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8" y="-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88952" cy="30861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DIOPLAYE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BDD7FF"/>
                </a:solidFill>
              </a:rPr>
              <a:t>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B8FF"/>
                </a:solidFill>
              </a:rPr>
              <a:t>Application de gestion de laverie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237744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Gestion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4754880"/>
            <a:ext cx="2377440" cy="4572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754880"/>
            <a:ext cx="237744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Exports CSV / Excel / PDF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4754880"/>
            <a:ext cx="237744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2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Application Mobile (PWA)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FF"/>
                </a:solidFill>
              </a:rPr>
              <a:t>https://layes03.pythonanywhere.com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Présentation de l'application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FF"/>
                </a:solidFill>
              </a:rPr>
              <a:t>Dioplaye Services — Gestion complète d'une laverie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B8FF"/>
                </a:solidFill>
              </a:rPr>
              <a:t>Dioplaye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2D6E"/>
                </a:solidFill>
              </a:rPr>
              <a:t>Qu'est-ce que c'est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9545E"/>
                </a:solidFill>
              </a:rPr>
              <a:t>Dioplaye Services est une application web de gestion complète pour laverie. Elle permet de suivre les clients, les transactions, les paiements, les dépenses et de générer des rapports et reçus.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365760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64008" cy="14173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EFD"/>
                </a:solidFill>
              </a:rPr>
              <a:t>Gestion des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Fiches clients, historique, solde dû en temps réel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651760"/>
            <a:ext cx="365760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2651760"/>
            <a:ext cx="64008" cy="14173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8754"/>
                </a:solidFill>
              </a:rPr>
              <a:t>Transactions &amp; Paiements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108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Enregistrement des commandes et encaissements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651760"/>
            <a:ext cx="365760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651760"/>
            <a:ext cx="64008" cy="14173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2743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Dépenses internes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08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Suivi des charges par catégorie (lessive, électricité…)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365760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0A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206240"/>
            <a:ext cx="64008" cy="141732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2976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D6E"/>
                </a:solidFill>
              </a:rPr>
              <a:t>Tableau de bord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634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KPIs du jour, du mois, de l'année + graphiques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4206240"/>
            <a:ext cx="365760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51960" y="4206240"/>
            <a:ext cx="64008" cy="1417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0" y="42976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3545"/>
                </a:solidFill>
              </a:rPr>
              <a:t>Exports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6634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CSV, Excel et reçus PDF imprimables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206240"/>
            <a:ext cx="365760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4206240"/>
            <a:ext cx="64008" cy="14173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42976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8754"/>
                </a:solidFill>
              </a:rPr>
              <a:t>Application mobile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6634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Installable sur téléphone Android via Chrome (PWA)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Connexion &amp; Rôles utilisateurs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FF"/>
                </a:solidFill>
              </a:rPr>
              <a:t>Deux niveaux d'accès sécurisés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B8FF"/>
                </a:solidFill>
              </a:rPr>
              <a:t>Dioplaye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133856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533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2D6E"/>
                </a:solidFill>
              </a:rPr>
              <a:t>URL : https://layes03.pythonanywhere.com  →  Page de connexion (nom d'utilisateur + mot de passe)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5303520" cy="3931920"/>
          </a:xfrm>
          <a:prstGeom prst="rect">
            <a:avLst/>
          </a:prstGeom>
          <a:solidFill>
            <a:srgbClr val="E8F4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5303520" cy="5029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ADMINISTRATEUR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Toutes les fonctions de l'invité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Supprimer clients, transactions, dépenses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Gérer les services (créer, modifier, prix)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Accéder à la corbeille et restaurer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Créer des comptes invités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Consulter les recettes historiques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Accès complet aux exports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377440"/>
            <a:ext cx="5669280" cy="3931920"/>
          </a:xfrm>
          <a:prstGeom prst="rect">
            <a:avLst/>
          </a:prstGeom>
          <a:solidFill>
            <a:srgbClr val="E8FFF0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2377440"/>
            <a:ext cx="5669280" cy="5029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423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INVITÉ (Employé)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971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Créer et modifier des clients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Enregistrer des transactions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Encaisser des paiements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Ajouter des dépenses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Consulter tous les clients et transactions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Télécharger les exports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Tableau de bord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FF"/>
                </a:solidFill>
              </a:rPr>
              <a:t>Vue d'ensemble en temps réel de l'activité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B8FF"/>
                </a:solidFill>
              </a:rPr>
              <a:t>Dioplaye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365760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73152" cy="10972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8754"/>
                </a:solidFill>
              </a:rPr>
              <a:t>Recettes du 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Paiements reçus aujourd'hui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65760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73152" cy="10972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19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3545"/>
                </a:solidFill>
              </a:rPr>
              <a:t>Dépenses du jour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Charges enregistrées aujourd'hui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88720"/>
            <a:ext cx="365760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188720"/>
            <a:ext cx="73152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39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EFD"/>
                </a:solidFill>
              </a:rPr>
              <a:t>Bénéfice net / jour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Recettes − Dépenses du jour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23160"/>
            <a:ext cx="365760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2423160"/>
            <a:ext cx="73152" cy="10972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514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8754"/>
                </a:solidFill>
              </a:rPr>
              <a:t>Recettes du mois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26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Cumul du mois en cours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2423160"/>
            <a:ext cx="365760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2423160"/>
            <a:ext cx="73152" cy="10972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19" y="2514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3545"/>
                </a:solidFill>
              </a:rPr>
              <a:t>Dépenses du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2926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Charges du mois en cours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2423160"/>
            <a:ext cx="365760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2423160"/>
            <a:ext cx="73152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39" y="2514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EFD"/>
                </a:solidFill>
              </a:rPr>
              <a:t>Bénéfice mensuel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2926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Recettes − Dépenses du mois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49039"/>
            <a:ext cx="1152144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886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2D6E"/>
                </a:solidFill>
              </a:rPr>
              <a:t>Graphiques et indicateurs inclus 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Évolution mensuelle sur 12 mois (recettes, dépenses, bénéfice)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Répartition des services les plus demandés (camembert)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Recettes par mois par année (courbes historiques)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Top 5 clients (plus gros payeurs)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Top 5 services (les plus utilisés)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Créances : nombre et montant total dû par les clients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Gestion des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FF"/>
                </a:solidFill>
              </a:rPr>
              <a:t>Fiches clients, historique complet, suivi des impayés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B8FF"/>
                </a:solidFill>
              </a:rPr>
              <a:t>Dioplaye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669280" cy="2377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91440" cy="23774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EFD"/>
                </a:solidFill>
              </a:rPr>
              <a:t>Ajouter un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Nom complet (obligatoire)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Téléphone (recommandé)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Adresse (optionnel)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Remarque personnalisée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Première transaction optionnelle au même formulaire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94760"/>
            <a:ext cx="5669280" cy="2377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A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94760"/>
            <a:ext cx="91440" cy="23774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D6E"/>
                </a:solidFill>
              </a:rPr>
              <a:t>Rechercher un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Barre de recherche par nom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Résultats en temps réel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Pagination (15 par page)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5669280" cy="2377440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91440" cy="23774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8754"/>
                </a:solidFill>
              </a:rPr>
              <a:t>Fiche client détaillée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7373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Total facturé sur toutes les transactions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Total déjà payé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Solde restant dû (en rouge si impayé)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Historique complet de toutes les transactions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5669280" cy="2377440"/>
          </a:xfrm>
          <a:prstGeom prst="rect">
            <a:avLst/>
          </a:prstGeom>
          <a:solidFill>
            <a:srgbClr val="F0F4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91440" cy="23774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886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3545"/>
                </a:solidFill>
              </a:rPr>
              <a:t>Modifier / Supprimer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9768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Modifier : nom, téléphone, adresse, remarque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Supprimer (admin) : efface le client et tout son historique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FF"/>
                </a:solidFill>
              </a:rPr>
              <a:t>Enregistrement des commandes clients avec gestion du crédit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B8FF"/>
                </a:solidFill>
              </a:rPr>
              <a:t>Dioplaye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640080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188720"/>
            <a:ext cx="1078992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26187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D6E"/>
                </a:solidFill>
              </a:rPr>
              <a:t>1. Choisir le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459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Sélectionner dans la liste  OU  rechercher par nom/téléphone  OU  créer un nouveau client.
L'app détecte automatiquement un client existant (même nom ou téléphone).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640080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514600"/>
            <a:ext cx="1078992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258775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D6E"/>
                </a:solidFill>
              </a:rPr>
              <a:t>2. Choisir le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718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Sélectionner la prestation. Le prix unitaire s'affiche automatiquement.
Saisir la quantité (ex: 2 pour 2 machines). Le total se calcule seul.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40480"/>
            <a:ext cx="640080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4069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840480"/>
            <a:ext cx="1078992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91363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D6E"/>
                </a:solidFill>
              </a:rPr>
              <a:t>3. Saisir l'avance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297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Montant payé immédiatement à la commande (peut être 0).
Le reste dû est calculé et visible sur la fiche client.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166359"/>
            <a:ext cx="640080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539495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166359"/>
            <a:ext cx="1078992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5239511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D6E"/>
                </a:solidFill>
              </a:rPr>
              <a:t>4. Date et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623559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Date de la transaction (aujourd'hui par défaut).
Notes libres (ex: "chemises blanches, programme délicat").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" y="6492240"/>
            <a:ext cx="64008" cy="2926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6004"/>
                </a:solidFill>
              </a:rPr>
              <a:t>Filtre "Non soldées" dans la liste des transactions pour voir uniquement les clients qui doivent encore de l'argent.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Enregistrement des paiements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FF"/>
                </a:solidFill>
              </a:rPr>
              <a:t>Encaissement du solde restant au retrait du linge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B8FF"/>
                </a:solidFill>
              </a:rPr>
              <a:t>Dioplaye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2D6E"/>
                </a:solidFill>
              </a:rPr>
              <a:t>Comment encaisser un paiement 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457200" cy="7132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874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1078992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8288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8754"/>
                </a:solidFill>
              </a:rPr>
              <a:t>Ouvrir la fiche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6712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Menu Clients → cliquer sur le nom du client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51760"/>
            <a:ext cx="457200" cy="7132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2743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651760"/>
            <a:ext cx="1078992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8754"/>
                </a:solidFill>
              </a:rPr>
              <a:t>Trouver la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3580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Voir la liste des transactions avec le solde restant dû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520439"/>
            <a:ext cx="457200" cy="7132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361187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520439"/>
            <a:ext cx="1078992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56615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8754"/>
                </a:solidFill>
              </a:rPr>
              <a:t>Cliquer Enregistrer paiement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904487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Bouton vert sur la ligne de la transaction concernée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89120"/>
            <a:ext cx="457200" cy="7132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4480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389120"/>
            <a:ext cx="1078992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8754"/>
                </a:solidFill>
              </a:rPr>
              <a:t>Saisir le montant reçu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77316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En XOF, entier (pas de décimales). L'app plafonne au solde dû.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257800"/>
            <a:ext cx="457200" cy="7132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5349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257800"/>
            <a:ext cx="1078992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3035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8754"/>
                </a:solidFill>
              </a:rPr>
              <a:t>Valider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64184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La transaction passe au statut SOLDÉE si le solde atteint 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309360"/>
            <a:ext cx="11612880" cy="4114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6309360"/>
            <a:ext cx="64008" cy="4114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336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5F46"/>
                </a:solidFill>
              </a:rPr>
              <a:t>Protection anti-doublon : l'app vérifie en temps réel que le total ne dépasse jamais le montant facturé. Impossible de trop encaisser.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Dépenses internes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FF"/>
                </a:solidFill>
              </a:rPr>
              <a:t>Suivi des charges de la laverie par catégorie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B8FF"/>
                </a:solidFill>
              </a:rPr>
              <a:t>Dioplaye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D6E"/>
                </a:solidFill>
              </a:rPr>
              <a:t>Catégories disponibles 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21031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54864" cy="4114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Lessive / Produits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645920"/>
            <a:ext cx="21031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645920"/>
            <a:ext cx="54864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52928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Électricité / Eau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94560"/>
            <a:ext cx="21031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A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194560"/>
            <a:ext cx="54864" cy="41148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Matériel / Équipement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194560"/>
            <a:ext cx="21031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0" y="2194560"/>
            <a:ext cx="54864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52928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Loyer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21031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54864" cy="4114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Transport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743200"/>
            <a:ext cx="21031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0" y="2743200"/>
            <a:ext cx="54864" cy="4114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52928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Salaires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291839"/>
            <a:ext cx="21031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DC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291839"/>
            <a:ext cx="54864" cy="4114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33375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Maintenance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291839"/>
            <a:ext cx="21031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0" y="3291839"/>
            <a:ext cx="54864" cy="411480"/>
          </a:xfrm>
          <a:prstGeom prst="rect">
            <a:avLst/>
          </a:prstGeom>
          <a:solidFill>
            <a:srgbClr val="495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52928" y="33375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Autre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1188720"/>
            <a:ext cx="68580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120640" y="1188720"/>
            <a:ext cx="6858000" cy="4572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57800" y="123444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Formulaire de saisie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D6E"/>
                </a:solidFill>
              </a:rPr>
              <a:t>Libellé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Description de la dépense  (ex: Ariel 5kg)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800" y="2212848"/>
            <a:ext cx="6583680" cy="18288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D6E"/>
                </a:solidFill>
              </a:rPr>
              <a:t>Montant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En XOF (chiffre entier)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2898648"/>
            <a:ext cx="6583680" cy="18288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D6E"/>
                </a:solidFill>
              </a:rPr>
              <a:t>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3200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Dépense  ou  Achat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7800" y="3584448"/>
            <a:ext cx="6583680" cy="18288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0" y="3886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D6E"/>
                </a:solidFill>
              </a:rPr>
              <a:t>Catégorie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3886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Choisir dans la liste ci-contre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57800" y="4270248"/>
            <a:ext cx="6583680" cy="18288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D6E"/>
                </a:solidFill>
              </a:rPr>
              <a:t>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Date de la dépense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7800" y="4956048"/>
            <a:ext cx="6583680" cy="18288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03520" y="5257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D6E"/>
                </a:solidFill>
              </a:rPr>
              <a:t>Notes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5257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Informations complémentaires (optionnel)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989320"/>
            <a:ext cx="11430000" cy="38404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65760" y="5989320"/>
            <a:ext cx="64008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6004"/>
                </a:solidFill>
              </a:rPr>
              <a:t>Suppression douce : les dépenses supprimées vont dans la corbeille (admin). Elles peuvent être restaurées à tout moment.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Gestion des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FF"/>
                </a:solidFill>
              </a:rPr>
              <a:t>Prestations proposées aux clients — accès administrateur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B8FF"/>
                </a:solidFill>
              </a:rPr>
              <a:t>Dioplaye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D6E"/>
                </a:solidFill>
              </a:rPr>
              <a:t>Services par défaut 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7772400" cy="96012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91440" cy="9601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7647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D6E"/>
                </a:solidFill>
              </a:rPr>
              <a:t>Lavage simple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8541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Lavage en machine sans séchage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691640"/>
            <a:ext cx="1280160" cy="9601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19476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1 500 XOF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7772400" cy="96012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91440" cy="9601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8620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D6E"/>
                </a:solidFill>
              </a:rPr>
              <a:t>Lavage + Séchage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Lavage et séchage complet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788920"/>
            <a:ext cx="1280160" cy="9601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30449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2 500 XOF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7772400" cy="96012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886200"/>
            <a:ext cx="91440" cy="9601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9593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D6E"/>
                </a:solidFill>
              </a:rPr>
              <a:t>Lavage + Séchage + Repassage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799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Service complet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886200"/>
            <a:ext cx="1280160" cy="9601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414223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4 000 XOF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1188720"/>
            <a:ext cx="347472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A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03920" y="1188720"/>
            <a:ext cx="3474720" cy="45720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4108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Actions disponibles (admin)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17830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Créer un nouveau service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Modifier le nom du service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Modifier le prix unitaire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Modifier la description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Désactiver un service (n'apparaît plus dans les nouveaux formulaires)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●  Supprimer un service inutilisé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989320"/>
            <a:ext cx="7955279" cy="38404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989320"/>
            <a:ext cx="64008" cy="3840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01675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5F46"/>
                </a:solidFill>
              </a:rPr>
              <a:t>Modifier un prix n'affecte pas les transactions déjà enregistrées.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Exports et rapports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FF"/>
                </a:solidFill>
              </a:rPr>
              <a:t>Téléchargement des données et impression des reçus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B8FF"/>
                </a:solidFill>
              </a:rPr>
              <a:t>Dioplaye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743200" cy="539496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743200" cy="5943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2161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Export CSV
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Toutes les transactions actives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Colonnes : ID, Date, Client, Service,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Quantité, Total, Payé, Reste dû, Notes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Format : fichier .csv (Excel, Sheets)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Menu sidebar → Export 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743200" cy="5394960"/>
          </a:xfrm>
          <a:prstGeom prst="rect">
            <a:avLst/>
          </a:prstGeom>
          <a:solidFill>
            <a:srgbClr val="F0F4F8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2161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Export Excel
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874519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Même données que le CSV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Format .xlsx avec mise en forme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En-têtes colorés en bleu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Largeurs de colonnes automatiques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Menu sidebar → Export Excel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2743200" cy="5394960"/>
          </a:xfrm>
          <a:prstGeom prst="rect">
            <a:avLst/>
          </a:prstGeom>
          <a:solidFill>
            <a:srgbClr val="F0F4F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743200" cy="5943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2161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Export CSV
Dépenses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74519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Toutes les dépenses actives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Colonnes : Date, Libellé, Type,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Catégorie, Montant, Notes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Exclut les dépenses en corbeille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Menu Exports → Export CSV dépenses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188720"/>
            <a:ext cx="2743200" cy="5394960"/>
          </a:xfrm>
          <a:prstGeom prst="rect">
            <a:avLst/>
          </a:prstGeom>
          <a:solidFill>
            <a:srgbClr val="F0F4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2560" y="1188720"/>
            <a:ext cx="274320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0" y="12161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Reçu PDF
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874519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Un reçu par transaction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Format A5 (demi-page A4)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Contient : client, service, total,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montant payé, reste dû, date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9545E"/>
                </a:solidFill>
              </a:rPr>
              <a:t>→  Fiche transaction → bouton Reçu 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Corbeille — Protection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FF"/>
                </a:solidFill>
              </a:rPr>
              <a:t>Les suppressions sont réversibles (admin uniquement)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B8FF"/>
                </a:solidFill>
              </a:rPr>
              <a:t>Dioplaye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9545E"/>
                </a:solidFill>
              </a:rPr>
              <a:t>Aucune donnée n'est définitivement perdue lors d'une suppression. Les éléments supprimés sont déplacés dans une corbeille et peuvent être restaurés à tout moment.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566928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5669280" cy="5029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00253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Corbeille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Transactions supprimées par erreur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Chaque ligne affiche la date de suppression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Bouton Restaurer pour réactiver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Les paiements associés sont conservés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63440"/>
            <a:ext cx="5669280" cy="7315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754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FD"/>
                </a:solidFill>
              </a:rPr>
              <a:t>Accès : Menu Transactions → lien Corbeille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65960"/>
            <a:ext cx="566928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965960"/>
            <a:ext cx="5669280" cy="5029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00253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Corbeille Dépenses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Dépenses supprimées par erreur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Chaque ligne affiche la date de suppression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Bouton Restaurer pour réactiver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9545E"/>
                </a:solidFill>
              </a:rPr>
              <a:t>●  Dépense restaurée réapparaît dans la liste normale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663440"/>
            <a:ext cx="5669280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754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545"/>
                </a:solidFill>
              </a:rPr>
              <a:t>Accès : Menu Dépenses → lien Corbeille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89320"/>
            <a:ext cx="11430000" cy="38404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989320"/>
            <a:ext cx="64008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1B1B"/>
                </a:solidFill>
              </a:rPr>
              <a:t>Important : la suppression définitive depuis la corbeille n'est pas disponible (protection des données). Pour toute suppression permanente, contacter l'administrateur technique.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Installer l'app sur téléphone (PWA)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FF"/>
                </a:solidFill>
              </a:rPr>
              <a:t>L'application fonctionne comme une vraie appli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B8FF"/>
                </a:solidFill>
              </a:rPr>
              <a:t>Dioplaye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D6E"/>
                </a:solidFill>
              </a:rPr>
              <a:t>Qu'est-ce que la PWA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9545E"/>
                </a:solidFill>
              </a:rPr>
              <a:t>PWA = Progressive Web App. L'application s'installe depuis Chrome sur Android et s'ouvre sans barre de navigation, comme une application native.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77440"/>
            <a:ext cx="365760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502920" cy="12344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6974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D6E"/>
                </a:solidFill>
              </a:rPr>
              <a:t>Ouvrir Chrome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260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sur ton téléphone Android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2377440"/>
            <a:ext cx="365760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59" y="2377440"/>
            <a:ext cx="502920" cy="12344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26974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19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D6E"/>
                </a:solidFill>
              </a:rPr>
              <a:t>Aller sur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19" y="29260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https://layes03.pythonanywhere.com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794760"/>
            <a:ext cx="365760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794760"/>
            <a:ext cx="502920" cy="12344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41148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D6E"/>
                </a:solidFill>
              </a:rPr>
              <a:t>Se connecter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3434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avec ton nom d'utilisateur et mot de passe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94760"/>
            <a:ext cx="365760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794760"/>
            <a:ext cx="502920" cy="12344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41148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D6E"/>
                </a:solidFill>
              </a:rPr>
              <a:t>Appuyer sur 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3434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les 3 points en haut à droite de Chrome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5212080"/>
            <a:ext cx="365760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51959" y="5212080"/>
            <a:ext cx="502920" cy="12344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51959" y="5532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19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D6E"/>
                </a:solidFill>
              </a:rPr>
              <a:t>Choisir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19" y="57607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"Ajouter à l'écran d'accueil"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5212080"/>
            <a:ext cx="365760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29600" y="5212080"/>
            <a:ext cx="502920" cy="12344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0" y="5532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D6E"/>
                </a:solidFill>
              </a:rPr>
              <a:t>Confirmer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57607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45E"/>
                </a:solidFill>
              </a:rPr>
              <a:t>L'icône bleue apparaît sur l'écran d'accueil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52120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 err="1">
                <a:solidFill>
                  <a:srgbClr val="198754"/>
                </a:solidFill>
              </a:rPr>
              <a:t>Avantages</a:t>
            </a:r>
            <a:r>
              <a:rPr sz="1300" b="1" dirty="0">
                <a:solidFill>
                  <a:srgbClr val="198754"/>
                </a:solidFill>
              </a:rPr>
              <a:t> :  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49545E"/>
                </a:solidFill>
              </a:rPr>
              <a:t>●  </a:t>
            </a:r>
            <a:r>
              <a:rPr sz="1200" dirty="0" err="1">
                <a:solidFill>
                  <a:srgbClr val="49545E"/>
                </a:solidFill>
              </a:rPr>
              <a:t>Icône</a:t>
            </a:r>
            <a:r>
              <a:rPr sz="1200" dirty="0">
                <a:solidFill>
                  <a:srgbClr val="49545E"/>
                </a:solidFill>
              </a:rPr>
              <a:t> sur </a:t>
            </a:r>
            <a:r>
              <a:rPr sz="1200" dirty="0" err="1">
                <a:solidFill>
                  <a:srgbClr val="49545E"/>
                </a:solidFill>
              </a:rPr>
              <a:t>l'écran</a:t>
            </a:r>
            <a:r>
              <a:rPr sz="1200" dirty="0">
                <a:solidFill>
                  <a:srgbClr val="49545E"/>
                </a:solidFill>
              </a:rPr>
              <a:t> </a:t>
            </a:r>
            <a:r>
              <a:rPr sz="1200" dirty="0" err="1">
                <a:solidFill>
                  <a:srgbClr val="49545E"/>
                </a:solidFill>
              </a:rPr>
              <a:t>d'accueil</a:t>
            </a:r>
            <a:endParaRPr sz="1200" dirty="0">
              <a:solidFill>
                <a:srgbClr val="49545E"/>
              </a:solidFill>
            </a:endParaRP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49545E"/>
                </a:solidFill>
              </a:rPr>
              <a:t>●  </a:t>
            </a:r>
            <a:r>
              <a:rPr sz="1200" dirty="0" err="1">
                <a:solidFill>
                  <a:srgbClr val="49545E"/>
                </a:solidFill>
              </a:rPr>
              <a:t>Ouverture</a:t>
            </a:r>
            <a:r>
              <a:rPr sz="1200" dirty="0">
                <a:solidFill>
                  <a:srgbClr val="49545E"/>
                </a:solidFill>
              </a:rPr>
              <a:t> plein </a:t>
            </a:r>
            <a:r>
              <a:rPr sz="1200" dirty="0" err="1">
                <a:solidFill>
                  <a:srgbClr val="49545E"/>
                </a:solidFill>
              </a:rPr>
              <a:t>écran</a:t>
            </a:r>
            <a:r>
              <a:rPr sz="1200" dirty="0">
                <a:solidFill>
                  <a:srgbClr val="49545E"/>
                </a:solidFill>
              </a:rPr>
              <a:t> (sans barre Chrome)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49545E"/>
                </a:solidFill>
              </a:rPr>
              <a:t>●  Session </a:t>
            </a:r>
            <a:r>
              <a:rPr sz="1200" dirty="0" err="1">
                <a:solidFill>
                  <a:srgbClr val="49545E"/>
                </a:solidFill>
              </a:rPr>
              <a:t>maintenue</a:t>
            </a:r>
            <a:r>
              <a:rPr sz="1200" dirty="0">
                <a:solidFill>
                  <a:srgbClr val="49545E"/>
                </a:solidFill>
              </a:rPr>
              <a:t> (pas de reconnexion à </a:t>
            </a:r>
            <a:r>
              <a:rPr sz="1200" dirty="0" err="1">
                <a:solidFill>
                  <a:srgbClr val="49545E"/>
                </a:solidFill>
              </a:rPr>
              <a:t>chaque</a:t>
            </a:r>
            <a:r>
              <a:rPr sz="1200" dirty="0">
                <a:solidFill>
                  <a:srgbClr val="49545E"/>
                </a:solidFill>
              </a:rPr>
              <a:t> </a:t>
            </a:r>
            <a:r>
              <a:rPr sz="1200" dirty="0" err="1">
                <a:solidFill>
                  <a:srgbClr val="49545E"/>
                </a:solidFill>
              </a:rPr>
              <a:t>fois</a:t>
            </a:r>
            <a:r>
              <a:rPr sz="1200" dirty="0">
                <a:solidFill>
                  <a:srgbClr val="49545E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49545E"/>
                </a:solidFill>
              </a:rPr>
              <a:t>●  </a:t>
            </a:r>
            <a:r>
              <a:rPr sz="1200" dirty="0" err="1">
                <a:solidFill>
                  <a:srgbClr val="49545E"/>
                </a:solidFill>
              </a:rPr>
              <a:t>Fonctionne</a:t>
            </a:r>
            <a:r>
              <a:rPr sz="1200" dirty="0">
                <a:solidFill>
                  <a:srgbClr val="49545E"/>
                </a:solidFill>
              </a:rPr>
              <a:t> sur réseau mobile et </a:t>
            </a:r>
            <a:r>
              <a:rPr sz="1200" dirty="0" err="1">
                <a:solidFill>
                  <a:srgbClr val="49545E"/>
                </a:solidFill>
              </a:rPr>
              <a:t>WiFi</a:t>
            </a:r>
            <a:endParaRPr sz="1200" dirty="0">
              <a:solidFill>
                <a:srgbClr val="49545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Dioplaye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DD7FF"/>
                </a:solidFill>
              </a:rPr>
              <a:t>Votre laverie, gérée simplement.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657600" cy="5943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✓  Clients &amp; Transactions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560320"/>
            <a:ext cx="3657600" cy="5943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2651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✓  Paiements &amp; Créances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560320"/>
            <a:ext cx="3657600" cy="5943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✓  Dépenses par catégorie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365760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✓  Exports CSV / Excel /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337560"/>
            <a:ext cx="3657600" cy="59436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✓  Tableau de bord &amp; Graphiques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337560"/>
            <a:ext cx="3657600" cy="5943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3429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✓  Application mobile (PWA)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https://layes03.pythonanywhere.com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FF"/>
                </a:solidFill>
              </a:rPr>
              <a:t>Support : dioplayes@gmail.com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1458</Words>
  <Application>Microsoft Office PowerPoint</Application>
  <PresentationFormat>Personnalisé</PresentationFormat>
  <Paragraphs>252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abdoulaye Diop</cp:lastModifiedBy>
  <cp:revision>2</cp:revision>
  <dcterms:created xsi:type="dcterms:W3CDTF">2013-01-27T09:14:16Z</dcterms:created>
  <dcterms:modified xsi:type="dcterms:W3CDTF">2026-05-04T18:00:04Z</dcterms:modified>
  <cp:category/>
</cp:coreProperties>
</file>